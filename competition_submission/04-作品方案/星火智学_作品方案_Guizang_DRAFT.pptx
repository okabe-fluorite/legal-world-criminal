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星火智学：本科刑法个性化学习与案件实训</dc:title>
  <dc:subject>XH-202620 比赛作品方案 Guizang视觉草案</dc:subject>
  <dc:creator>星火智学团队</dc:creator>
  <cp:keywords/>
  <dc:description>由Guizang网页PPT的1600x900视觉验收截图生成；网页源码保留动效与可编辑内容，本PPTX用于提交预览。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